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研究路径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1720"/>
              </a:solidFill>
              <a:effectLst/>
            </c:spPr>
          </c:dPt>
          <c:dPt>
            <c:idx val="1"/>
            <c:bubble3D val="0"/>
            <c:spPr>
              <a:solidFill>
                <a:srgbClr val="1493A8"/>
              </a:solidFill>
              <a:effectLst/>
            </c:spPr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bubble3D val="0"/>
            <c:spPr>
              <a:solidFill>
                <a:srgbClr val="50808E"/>
              </a:solidFill>
              <a:effectLst/>
            </c:spPr>
          </c:dPt>
          <c:dPt>
            <c:idx val="4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同类产品 peer</c:v>
                </c:pt>
                <c:pt idx="1">
                  <c:v>TUI 自查</c:v>
                </c:pt>
                <c:pt idx="2">
                  <c:v>开放式 open</c:v>
                </c:pt>
                <c:pt idx="3">
                  <c:v>SDK 未用能力</c:v>
                </c:pt>
                <c:pt idx="4">
                  <c:v>可观测性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50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0F172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7F5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这是一个持续了三个星期的实验：让一个 coding agent 接手自己的开发。项目叫 darwin，基于 Strands Agents 的 TypeScript SDK。8 月 13 日用 Claude Code 搭出第一版之后，仓库里的每一次提交都由 darwin 自己写。下面按顺序讲它是怎么一步步走到今天的。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想验证两件事。一是现在的模型和 agent 框架，够不够让 coding agent 从提需求、实现、测试、验收到提交整条链都自己跑，人只在边界上做决定；这个想法来自 Karpathy 的 autoresearch 和 Sakana 的 Darwin Gödel Machine 这类工作。二是顺带压测 Strands SDK：权限拦截、上下文压缩、子 agent 编排、多模型切换，它都声称支持，但没有一个足够复杂的项目同时压过。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先看全貌。三周的迭代在回答两个问题。第一层：迭代方向从哪来。从我一条条提需求，到 Claude Code 替我提，到 darwin 能给自己派活，再到 darwin 自己研究、自己排优先级、用骰子跳出局部最优，方向来源一步步从人手里交出去。第二层：方向定了之后，每一轮怎么做好。反思自己的运行轨迹，踩坑后改流程，以及让循环三周不失控的几个机制。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第一步是用 Claude Code 搭一个基线。给它的提示词只有一句：用 Strands SDK 的 TS 版做一个 TUI 的单体 coding agent，支持 skills 和 MCP。两天、19 个 commit，约 3100 行 TypeScript，v0.0.1 出来了。能用 SDK 的都用 SDK，唯一自建的是当时 SDK 还没有的 skills 加载器。这个版本被固定为基线，之后每次提交都由当时最新的 darwin 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第一层：迭代方向从哪来。自我迭代最难的一步是决定下一步改什么。接下来的五步，讲的都是这件事怎么一步步从人手里交出去。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问题：方向全靠我一条条提，人成了瓶颈。第二步我在 darwin 仓库里启动 darwin 提需求，验证了改自己的源码不会把自己弄坏，但方向来源只有我一个。第三步把提需求交给 Claude Code：它扮演开发者，只提需求不改代码，每个需求用最新的 darwin 起新会话去做。方向来源从人换成了另一个 agent，但还在 darwin 外面。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问题：darwin 只能被别人驱动，不能给自己派活。解法是把 headless 模式、后台 bash、任务完成通知三样组装成 /developer skill：当前的 darwin 作为 Host，在后台起一个 headless 的 darwin 子进程做实现，Host 独立看 diff、独立跑测试，通过就提交、build，下一轮用新版本。这一步本身不产生方向，但它给了 darwin 执行方向的引擎，后面两步才成为可能。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问题：每一批还得我说一句这批做什么。解法是 /self-evolution-research skill：先看 backlog 有没有没做完的方向，有就先做；没有才研究同类产品，对照自己的代码提出最多 5 个方向。每个方向按重要性、架构契合、证据、难度、风险打分，公式是 2×重要性+契合+证据−难度−风险，低于 6 分不进 backlog。人只留下权重和门槛这几条规则。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题：让模型自己选方向，会陷进局部最优。它每次都去看同类产品，提出来的总是别人已有的功能；让它自查，只挑最熟的那块。这和优化里的局部最优是一回事。解法借了随机梯度下降的思路：给选择加一点随机扰动。研究前先跑一个脚本按权重抽路径（同类产品 50%、TUI 20%、开放 15%、SDK 10%、可观测性 5%），摇出来算数，只摇一次、读资料前摇、不能重摇。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跳出局部最优之后看见了什么。TUI 路径找出 Esc 关弹层、按词移动光标这类交互细节；可观测性路径补上失败回合记录和每回合 token 花费；SDK 路径促成用官方 AgentSkills 替换手写核心，以及基于 SDK Graph 的 workflow 工具；开放路径查出 /compact 的死循环和模型限流时看不见、不能取消的问题。到这里，方向来源完成了从人到 darwin 的交接。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第二层：方向定了之后，每一轮怎么做好。有了方向，还要让执行越来越顺：弯路少一点、token 省一点、验收不被糊弄。这一层讲 darwin 怎么从自己的运行记录里找改进点，三周里踩过哪些坑，以及哪几件事让循环没有失控。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问题：过程里的弯路没人看见，同样的错会一直犯。解法是让 darwin 读自己的运行轨迹。每个会话都有一份只追加的轨迹文件，记录每次工具调用、模型返回、token 和回合结束原因。/self-reflection 起一个新的 headless darwin 读它，打分（完美、高、中、低），找出哪些弯路能靠改 darwin 自己避免，再用同一套评分和门槛写进 backlog。第一次反思就找出两条，其中一条是流中断后卡死等人输 continue。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到这里循环就完整了：研究或反思产生方向，评分过门槛进 backlog，/developer 监督 headless 子进程实现，Host 独立验收后提交，build 出新版本，新版本回到起点继续研究下一个方向。人保留的是：给方向、产品取舍、安全边界、授权 push。其余的 darwin 自己跑。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最先碰到的问题是 token 消耗。8 月 17 日统计的一个批次：706 次模型调用，output 29.6 万，cache read 3.98 亿。原因是同一个子会话从规划一直续到第四轮修正，每次调用读取的缓存上下文从 23 万涨到 79 万；另外每次调用平均只发 1.11 个工具。改法：不再拆成规划和实现两段各审一次，一个完整 worker 自己走完，Host 只在最后独立验收；提示词里要求互不依赖的读取在一条消息里批量发出。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另外四个教训。监督子进程比子进程干活还贵：一个批次 390 次工具调用里 322 次是 Host 在轮询，每醒一次都是一轮全上下文的模型调用。先改成阻塞式等待，最后反过来，后台任务启动后立即返回，Host 可以先结束回合，任务结束时一条通知进入提示队列，会话空闲时再唤醒模型。反思要敢打低分，十次里四次是低，其中一条后来变成了新的改进方向。同一个错不换假设就别再试，一次服务端校验失败被连试了六种变体才被人取消，于是加了重试守卫，第二次要有新假设，第三次停。Trellis 工作流前三周有用，切到更强的模型后成了多出来的规则手册，整层移除。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能跑三个星期不失控，靠四件事。该记的都写进文件：AGENTS.md 预载进系统提示，迭代日志每批追加。测试不用 mock：一百三十来个脚本跑真实的 pty、真的 git 仓库、真的模型。提前说好哪些事归人管，什么情况整批停下。最关键的是每一轮都用刚改出来的 darwin 做下一轮：改动一提交就进入实际工作，改好了下一轮更顺，改坏了下一轮就撞上。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三个星期的数字：672 个 commit，99 个受监督的迭代批次，backlog 里 95 个方向、93 个已完成，约 37000 行 TypeScript，约 130 个验证脚本。基线之后的实现代码都是 darwin 写的。功能上它现在有流式 Markdown 和文件 diff、四种权限模式、可恢复会话和轨迹回放、subagent 和 workflow 委派、hook 和 MCP、多模型切换，以及三个自进化 skill。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 Strands SDK 的压测结论：扩展点够用，agent 循环一次都没有 fork 过。模型、工具、上下文管理、权限拦截、多 agent 编排全部走 SDK 原生能力，包括 ContextOffloader、Graph、backgroundTasks、AgentSkills。不够的地方集中在自带工具和插件的细节，用一个 pnpm patch 补齐：bash 的进程处理、ContextOffloader 的排除和搜索、fileEditor 的未命中提示和 replace_all。补丁都是 darwin 自己在迭代中撞到问题后写的。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跟 Claude Code 跑同一批题。DeepSWE 前 20 题，同一个模型 Claude Opus 5、同一批任务，只换 agent，每题跑一次。effort high 下两边都是 12/20，18 题结果一致，分歧的两题方向相反、各赢一题，成本 darwin 低 7.5%。9 月 8 日又把 effort 降到 medium 各跑一轮：两边都变成 13/20，成本各降 40% 和 37%。省钱的结论在两个 harness 上复现了，多出的 1 分是噪声，同配置两跑本身就会翻 6 题。能说的是，两个 effort 档下换 harness 都不改变总分，而 high 比 medium 多花 1.6 倍成本，没有买到可测量的分数。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两个容易和这个项目混在一起的词。RSI 是 Good 1965 年的设想，系统改进自己，改进后的系统再做出更好的改进；今天的形态是模型改权重，或改训练流水线和部署系统。autoresearch 是 Karpathy 2026 年 3 月的做法，agent 只改一个训练脚本，5 分钟一轮，好了保留差了回滚。Darwin Gödel Machine 用档案库加选择让 coding agent 改自己。对照的坐标来自 Lilian Weng 2026 年 7 月的《Harness Engineering for Self-Improvement》：三个设计模式、一条优化对象的渐进线，以及 Self-Harness、AHE 这类自改进回路。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 Weng 的坐标，darwin 是 harness 层的有界自我改进。相同的地方：三个设计模式都有，AHE 的七个可编辑组件都动过，连优化器 skill 本身也在被改，propose–evaluate–accept 的骨架一样。不同在评价器和边界：模型固定，harness 的上限就是模型的上限；验证器在回路内，测试和权限门跟代码在同一仓库，靠 Host 重跑和人审 diff 兜住；没有种群，git main 一条线，多样性靠骰子补。没有标量目标所以慢，autoresearch 一晚上百次实验，darwin 三周 99 个批次。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下一步是给好坏一个数字。现在判断一个改动好坏的标准全是定性的、内生的：评分是主观评级，验收只看没有回归，反思的评价者和被评价者是同一个系统。准备用 Harbor 跑 Terminal-Bench 2.0 和 DeepSWE，每个候选 commit 在同一模型、同一参数下和 baseline 比 pass@1、成本和时长；触及 agent 核心的 commit 跑几题 smoke，每次 release 跑全量。这正好补上前一页的三个缺口：留外集、回路外的验证器、标量信号。目前到提案和 submodule，先跑通一题冒烟。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它能不能叫自进化，我倾向于保守一点。它能在明确的边界内自己找方向、实现、验收、记录，并把学到的东西传给下一代；方向选得好不好、边界画在哪里，仍然由人判断。这个实验至少说明，在一个三万多行的仓库里、三个星期的尺度上，这些判断之外的活是可以交出去的。三周多体验下来，大概有 10% 到 20% 的方向还是要我明确指引；等它自己探索，也许也能走到我想要的地方，但要花更长的时间和更多的成本。想自己接着迭代，fork 这个 repo，然后运行 /self-evolution-research；想直接用，npm install -g strands-darwin。代码和全部记录在 github.com/xiehust/strands-darwin。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3C3E0"/>
          </a:solidFill>
          <a:ln w="12700">
            <a:solidFill>
              <a:srgbClr val="33C3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3C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3957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自进化迭代开发的实验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让一个 coding agent 接手自己的开发，三个星期后发生了什么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886200"/>
            <a:ext cx="3291840" cy="310896"/>
          </a:xfrm>
          <a:prstGeom prst="roundRect">
            <a:avLst>
              <a:gd name="adj" fmla="val 17647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3886200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you&gt; /self-evolution-research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6863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2026-08-13 → 2026-09-06 · github.com/xiehust/strands-darwin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19472" y="1857263"/>
            <a:ext cx="3877056" cy="1497555"/>
          </a:xfrm>
          <a:prstGeom prst="rect">
            <a:avLst/>
          </a:prstGeom>
          <a:solidFill>
            <a:srgbClr val="1B2633"/>
          </a:solidFill>
          <a:ln w="9525">
            <a:solidFill>
              <a:srgbClr val="2A3A4D"/>
            </a:solidFill>
            <a:prstDash val="solid"/>
          </a:ln>
        </p:spPr>
      </p:sp>
      <p:pic>
        <p:nvPicPr>
          <p:cNvPr id="11" name="Image 0" descr="/home/ubuntu/workspace/strands-darwin/docs/blog/images/00-wel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966991"/>
            <a:ext cx="3657600" cy="12780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起因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想验证两件事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现在的模型和 agent 框架，够不够让一个 coding agent 接手自己的开发——从提需求、实现、测试、验收到提交整条链都由它自己跑，人只在边界上做决定。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20624" cy="420624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2345436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2416" y="2203704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 Auto Research 和 agent 自我改进的启发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42416" y="2514600"/>
            <a:ext cx="4078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Karpathy 的 autoresearch、Sakana 的 Darwin Gödel Machine 都在问同一个问题：把改进的循环交给 agent 之后，人还需要留在哪里。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108960"/>
            <a:ext cx="420624" cy="420624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" y="3214116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42416" y="3072384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顺带压测 Strands SDK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042416" y="3383280"/>
            <a:ext cx="4078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权限拦截、上下文压缩和卸载、子 agent 编排、多模型切换、会话恢复，它都声称支持，但没有一个足够复杂的项目同时压过。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977640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4082796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42416" y="3941064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基线固定在 v0.0.1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042416" y="4251960"/>
            <a:ext cx="4078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月 13 日用 Claude Code 搭出来，之后每一次提交都由当时最新的 darwin 自己写。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0" y="1325880"/>
            <a:ext cx="3200400" cy="269748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76072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规则只有一条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760720" y="193852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每一版通过验收的 darwin，就是开发下一版的工具。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576072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C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代码库本身就是实验和测试环境。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760720" y="3429000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833872" y="342900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v0.0.1  # 2026-08-13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两层问题，七步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回头看，三周的迭代其实在回答两个问题。第一个是迭代方向从哪来：从人一条条提，逐步过渡到 darwin 自己定。第二个是方向定了之后，每一轮怎么做好。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54864" cy="128016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 · 迭代方向从哪来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310896" cy="310896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2318004"/>
            <a:ext cx="155448" cy="1554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42416" y="2240280"/>
            <a:ext cx="847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第一步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2606040"/>
            <a:ext cx="134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搭基线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40080" y="2843784"/>
            <a:ext cx="124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写的 v0.0.1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999488" y="2240280"/>
            <a:ext cx="310896" cy="310896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212" y="2318004"/>
            <a:ext cx="155448" cy="1554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01824" y="2240280"/>
            <a:ext cx="847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第二步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999488" y="2606040"/>
            <a:ext cx="134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人提需求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999488" y="2843784"/>
            <a:ext cx="124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人是唯一的方向来源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358896" y="2240280"/>
            <a:ext cx="310896" cy="310896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620" y="2318004"/>
            <a:ext cx="155448" cy="1554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761232" y="2240280"/>
            <a:ext cx="847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第三步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358896" y="2606040"/>
            <a:ext cx="134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替我提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3358896" y="2843784"/>
            <a:ext cx="124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方向来源换成另一个 agent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4718304" y="2240280"/>
            <a:ext cx="310896" cy="310896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028" y="2318004"/>
            <a:ext cx="155448" cy="1554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20640" y="2240280"/>
            <a:ext cx="847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第四步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718304" y="2606040"/>
            <a:ext cx="134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darwin 驱动 darwin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718304" y="2843784"/>
            <a:ext cx="124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darwin 有能力给自己派活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6077712" y="2240280"/>
            <a:ext cx="310896" cy="310896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436" y="2318004"/>
            <a:ext cx="155448" cy="1554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480048" y="2240280"/>
            <a:ext cx="847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第五步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077712" y="2606040"/>
            <a:ext cx="134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自己找方向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6077712" y="2843784"/>
            <a:ext cx="124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 + backlog + 评分门槛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7437120" y="2240280"/>
            <a:ext cx="310896" cy="310896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4844" y="2318004"/>
            <a:ext cx="155448" cy="15544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839456" y="2240280"/>
            <a:ext cx="847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第六步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7437120" y="2606040"/>
            <a:ext cx="134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骰子选路径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7437120" y="2843784"/>
            <a:ext cx="124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跳出局部最优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457200" y="3337560"/>
            <a:ext cx="54864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64008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 · 方向定了，每一轮怎么做好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640080" y="3703320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" y="3781044"/>
            <a:ext cx="155448" cy="15544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042416" y="3703320"/>
            <a:ext cx="2206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第七步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640080" y="4069080"/>
            <a:ext cx="2700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反思轨迹</a:t>
            </a:r>
            <a:endParaRPr lang="en-US" sz="950" dirty="0"/>
          </a:p>
        </p:txBody>
      </p:sp>
      <p:sp>
        <p:nvSpPr>
          <p:cNvPr id="45" name="Text 36"/>
          <p:cNvSpPr/>
          <p:nvPr/>
        </p:nvSpPr>
        <p:spPr>
          <a:xfrm>
            <a:off x="640080" y="4306824"/>
            <a:ext cx="2609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从自己的运行记录里找改进点</a:t>
            </a:r>
            <a:endParaRPr lang="en-US" sz="850" dirty="0"/>
          </a:p>
        </p:txBody>
      </p:sp>
      <p:sp>
        <p:nvSpPr>
          <p:cNvPr id="46" name="Shape 37"/>
          <p:cNvSpPr/>
          <p:nvPr/>
        </p:nvSpPr>
        <p:spPr>
          <a:xfrm>
            <a:off x="3358896" y="3703320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6620" y="3781044"/>
            <a:ext cx="155448" cy="15544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3761232" y="3703320"/>
            <a:ext cx="2206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踩坑</a:t>
            </a:r>
            <a:endParaRPr lang="en-US" sz="900" dirty="0"/>
          </a:p>
        </p:txBody>
      </p:sp>
      <p:sp>
        <p:nvSpPr>
          <p:cNvPr id="49" name="Text 39"/>
          <p:cNvSpPr/>
          <p:nvPr/>
        </p:nvSpPr>
        <p:spPr>
          <a:xfrm>
            <a:off x="3358896" y="4069080"/>
            <a:ext cx="2700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token、验收、泄漏、流程</a:t>
            </a:r>
            <a:endParaRPr lang="en-US" sz="950" dirty="0"/>
          </a:p>
        </p:txBody>
      </p:sp>
      <p:sp>
        <p:nvSpPr>
          <p:cNvPr id="50" name="Text 40"/>
          <p:cNvSpPr/>
          <p:nvPr/>
        </p:nvSpPr>
        <p:spPr>
          <a:xfrm>
            <a:off x="3358896" y="4306824"/>
            <a:ext cx="2609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每个坑改一次流程或提示词</a:t>
            </a:r>
            <a:endParaRPr lang="en-US" sz="850" dirty="0"/>
          </a:p>
        </p:txBody>
      </p:sp>
      <p:sp>
        <p:nvSpPr>
          <p:cNvPr id="51" name="Shape 41"/>
          <p:cNvSpPr/>
          <p:nvPr/>
        </p:nvSpPr>
        <p:spPr>
          <a:xfrm>
            <a:off x="6077712" y="3703320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5436" y="3781044"/>
            <a:ext cx="155448" cy="155448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6480048" y="3703320"/>
            <a:ext cx="2206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机制</a:t>
            </a:r>
            <a:endParaRPr lang="en-US" sz="900" dirty="0"/>
          </a:p>
        </p:txBody>
      </p:sp>
      <p:sp>
        <p:nvSpPr>
          <p:cNvPr id="54" name="Text 43"/>
          <p:cNvSpPr/>
          <p:nvPr/>
        </p:nvSpPr>
        <p:spPr>
          <a:xfrm>
            <a:off x="6077712" y="4069080"/>
            <a:ext cx="2700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文件、真实测试、边界、新版本接手</a:t>
            </a:r>
            <a:endParaRPr lang="en-US" sz="950" dirty="0"/>
          </a:p>
        </p:txBody>
      </p:sp>
      <p:sp>
        <p:nvSpPr>
          <p:cNvPr id="55" name="Text 44"/>
          <p:cNvSpPr/>
          <p:nvPr/>
        </p:nvSpPr>
        <p:spPr>
          <a:xfrm>
            <a:off x="6077712" y="4306824"/>
            <a:ext cx="2609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让循环跑三周不失控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第一步 · 2026-08-13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Claude Code 搭一个基线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Claude Code 的提示词只有一句：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4023360" cy="86868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002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strands sdk ts 版，搭建一个 tui 的简单的单体 agent 模式的 coding agent MVP，支持 skills，mcp 等基础功能。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PRD 里定下一条原则：能用 SDK 的就不自己造。两天、19 个 commit，v0.0.1 出来了。验收标准是能改真实代码——在一个真的 git 仓库里对话，agent 读文件、改文件、跑命令，独立完成一次小修改。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28853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3611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~3,100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783080" y="4288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 TypeScript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36118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00400" y="428853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验证脚本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280160"/>
            <a:ext cx="38404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4920" y="1389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v0.0.1 有什么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17830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 SDK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80760" y="17830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Bedrock 上的 Claude；bash / fileEditor 工具；SessionManager 会话和 --resume；SDK 的对话压缩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74920" y="2331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80760" y="233172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 McpClient，stdio 和 Streamable HTTP，沿用 .mcp.json 格式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74920" y="2880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80760" y="28803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读放行，写和执行前弹 y/n；SDK hook 拦截，不改 agent loop。次日加 default / auto / yolo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74920" y="3429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Skills（唯一自建）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80760" y="342900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 SDK 当时没有 Skills：扫 SKILL.md，load_skill 按需加载，/skill-name 手动触发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74920" y="3977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TUI 与项目层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80760" y="39776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Ink 消息流、工具面板、确认框；预载 AGENTS.md，配置收进 .darwin/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3C3E0"/>
          </a:solidFill>
          <a:ln w="12700">
            <a:solidFill>
              <a:srgbClr val="33C3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33C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迭代方向从哪来？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自我迭代最难的一步是决定下一步改什么。这一层讲方向来源怎么一步步从人手里交出去：人自己提，换成另一个 agent 提，再到 darwin 能给自己派活，最后 darwin 自己研究、自己排优先级，并用随机性避免只盯着一处看。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第二步 · 第三步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502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方向全靠我一条条提，人成了瓶颈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00584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先让 Claude Code 扮演开发者替我提需求，每个需求用最新的 darwin 去做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</a:t>
            </a:r>
            <a:pPr indent="0" marL="0">
              <a:buNone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我在 darwin 仓库里启动 darwin，一条条提需求：system prompt 可配置、prompt caching、/usage、通配符权限、/effort。验证了一个前提：darwin 改自己的源码不会把自己弄坏。但方向只有一个来源，就是我。</a:t>
            </a:r>
            <a:endParaRPr lang="en-US" sz="1150" dirty="0"/>
          </a:p>
          <a:p>
            <a:pPr indent="0" marL="0">
              <a:buNone/>
            </a:pPr>
            <a:r>
              <a:rPr lang="en-US" sz="6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</a:t>
            </a:r>
            <a:pPr indent="0" marL="0">
              <a:buNone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提需求很花时间，而且我提的不见得比模型提得好。8 月 14 日晚上给 Claude Code 一条指令：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3931920" cy="77724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290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现在开始你扮演一个开发者，不要修改 repo 中的任何代码，只负责提出需求，用 darwin 来迭代自己……迭代下一个需求时，用最新的 darwin 启动去迭代。</a:t>
            </a:r>
            <a:endParaRPr lang="en-US" sz="1050" dirty="0"/>
          </a:p>
        </p:txBody>
      </p:sp>
      <p:pic>
        <p:nvPicPr>
          <p:cNvPr id="12" name="Image 0" descr="/home/ubuntu/workspace/strands-darwin/docs/blog/images/01-cc-as-develo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710787"/>
            <a:ext cx="4023360" cy="169906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663440" y="36118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以开发者口吻提出的前六个需求。第 6 条 /compact 由第 5 条刚接入的模型驱动完成。方向来源从人换成了另一个 agent，但还是在 darwin 外面。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第四步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502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darwin 只能被别人驱动，不能给自己派活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00584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headless 模式、后台 bash、完成通知组装成 /developer：一个 darwin 监督另一个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441094" cy="1005840"/>
          </a:xfrm>
          <a:prstGeom prst="rect">
            <a:avLst/>
          </a:prstGeom>
          <a:solidFill>
            <a:srgbClr val="0F1720"/>
          </a:solidFill>
          <a:ln w="9525">
            <a:solidFill>
              <a:srgbClr val="0F17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709928"/>
            <a:ext cx="12582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C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darwin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258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定范围和授权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98294" y="1901952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154326" y="1600200"/>
            <a:ext cx="1441094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45766" y="1709928"/>
            <a:ext cx="12582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headless 子进程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45766" y="2103120"/>
            <a:ext cx="1258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研究、实现、检查、提交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95421" y="1901952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851453" y="1600200"/>
            <a:ext cx="1441094" cy="1005840"/>
          </a:xfrm>
          <a:prstGeom prst="rect">
            <a:avLst/>
          </a:prstGeom>
          <a:solidFill>
            <a:srgbClr val="0F1720"/>
          </a:solidFill>
          <a:ln w="9525">
            <a:solidFill>
              <a:srgbClr val="0F17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42893" y="1709928"/>
            <a:ext cx="12582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C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独立验收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42893" y="2103120"/>
            <a:ext cx="1258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自己看 diff、跑测试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92547" y="1901952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548579" y="1600200"/>
            <a:ext cx="1441094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40019" y="1709928"/>
            <a:ext cx="12582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pnpm build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40019" y="2103120"/>
            <a:ext cx="1258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构建新版本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89674" y="1901952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245706" y="1600200"/>
            <a:ext cx="1441094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37146" y="1709928"/>
            <a:ext cx="12582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37146" y="2103120"/>
            <a:ext cx="1258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 darwin 起子进程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验收不过 → 在同一个子会话里继续修正；验收通过 → 这个版本接手下一轮。这一步本身不产生方向，但它让 darwin 有了执行方向的引擎，后面两步才成为可能。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383280"/>
            <a:ext cx="5120640" cy="310896"/>
          </a:xfrm>
          <a:prstGeom prst="roundRect">
            <a:avLst>
              <a:gd name="adj" fmla="val 17647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383280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/developer 开始自我迭代，优化 TUI 交互，迭代至少 5 轮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37947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第一次运行的结果：5 轮必做 + 1 轮验收发现的修复，六个 commit。验收发现的两个问题都不是子进程造成的，但只看子进程汇报会漏掉。</a:t>
            </a:r>
            <a:endParaRPr lang="en-US" sz="1050" dirty="0"/>
          </a:p>
        </p:txBody>
      </p:sp>
      <p:pic>
        <p:nvPicPr>
          <p:cNvPr id="32" name="Image 0" descr="/home/ubuntu/workspace/strands-darwin/docs/blog/images/03-first-developer-b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9611" y="3364992"/>
            <a:ext cx="2187189" cy="114300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第五步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502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每一批还得我说一句“这批做什么”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00584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darwin 自己研究、自己排优先级：/self-evolution-research + backlog + 评分门槛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420624" cy="420624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751076"/>
            <a:ext cx="210312" cy="2103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42416" y="1609344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 backlog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42416" y="1920240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 docs/research/backlog_index.md，有没做完的方向就先做，没有才开始研究。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560320"/>
            <a:ext cx="420624" cy="420624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" y="2665476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42416" y="2523744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研究同类产品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42416" y="2834640"/>
            <a:ext cx="3438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Code、Codex、DeepSeek harness、PenguinHarness……对照 darwin 当前的代码和架构，每次最多提 5 个方向。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3611880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3717036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42416" y="3575304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过门槛才进 backlog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042416" y="3886200"/>
            <a:ext cx="3438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低于 6 分的不进；报告里记一笔“考虑过，拒绝”。进了 backlog 的方向逐个交给 developer 实现。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846320" y="1600200"/>
            <a:ext cx="3840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07492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五个维度，各打 1 到 5 分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074920" y="210312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148072" y="2103120"/>
            <a:ext cx="905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重要性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217920" y="210312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291072" y="2103120"/>
            <a:ext cx="905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架构契合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360920" y="210312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434072" y="2103120"/>
            <a:ext cx="905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证据可信度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074920" y="248716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148072" y="2487168"/>
            <a:ext cx="905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实现难度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217920" y="248716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291072" y="2487168"/>
            <a:ext cx="905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风险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507492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2×重要性 + 契合 + 证据 − 难度 − 风险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5074920" y="3291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MINIMUM_IMPLEMENTATION_SCORE = 6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507492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全部维度打平均分正好是 6：一个平平无奇的方向不值得一次迭代。分数不能事后改，改评分要有记录。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第六步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502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让模型自己选方向，会陷进局部最优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00584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借随机梯度下降的思路：给选择加一点随机扰动，摇骰子决定这次往哪看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模型自己选研究什么，每次都去看同类产品，提出来的总是别人已有的功能；让它自查，它只挑最熟的那块看。这和优化里的局部最优是一回事：每一步都朝当前看起来最好的方向走，就再也看不到别处。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随机数必须由脚本产生，模型自己“随便选一个”时给出的并不随机。</a:t>
            </a:r>
            <a:endParaRPr lang="en-US" sz="10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65760" y="2697480"/>
          <a:ext cx="36576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4937760" y="1554480"/>
            <a:ext cx="37490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12064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摇出来的结果算数，skill 里定了几条规矩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120640" y="201168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一次研究只摇一次，读任何资料之前摇。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输出原样抄进报告，不能改写。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不喜欢也不能重摇；没发现就如实写“没有发现”，不悄悄换路。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人用 --path 指定时，报告里必须留着 path-source: override。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骰子只决定证据从哪来，不改变评分、门槛和交付方式。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120640" y="3794760"/>
            <a:ext cx="3383280" cy="64008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5780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C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“Rolling after reading is choosing.”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25780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先读了再摇，就等于挑。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第六步 · 结果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跳出局部最优之后，看见了什么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加了骰子之后，backlog 里开始出现看别家产品看不出来的方向。每条路径的方向都对照 docs/research/ 里记录的研究路径核过。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8516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1851660" cy="73152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057400"/>
            <a:ext cx="1577340" cy="274320"/>
          </a:xfrm>
          <a:prstGeom prst="roundRect">
            <a:avLst>
              <a:gd name="adj" fmla="val 20000"/>
            </a:avLst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057400"/>
            <a:ext cx="1431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path: tui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423160"/>
            <a:ext cx="1577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TUI 自查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788920"/>
            <a:ext cx="15773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Esc 关闭弹层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按词移动光标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撤销删词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终端提醒铃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83180" y="1828800"/>
            <a:ext cx="18516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83180" y="1828800"/>
            <a:ext cx="1851660" cy="73152"/>
          </a:xfrm>
          <a:prstGeom prst="rect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20340" y="2057400"/>
            <a:ext cx="1577340" cy="274320"/>
          </a:xfrm>
          <a:prstGeom prst="roundRect">
            <a:avLst>
              <a:gd name="adj" fmla="val 20000"/>
            </a:avLst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93492" y="2057400"/>
            <a:ext cx="1431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path: observability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20340" y="2423160"/>
            <a:ext cx="1577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20340" y="2788920"/>
            <a:ext cx="15773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失败回合写进记录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每回合 token 花费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可选的诊断日志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828800"/>
            <a:ext cx="18516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828800"/>
            <a:ext cx="1851660" cy="73152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057400"/>
            <a:ext cx="1577340" cy="274320"/>
          </a:xfrm>
          <a:prstGeom prst="roundRect">
            <a:avLst>
              <a:gd name="adj" fmla="val 20000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057400"/>
            <a:ext cx="1431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path: sdk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2423160"/>
            <a:ext cx="1577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 未用能力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788920"/>
            <a:ext cx="15773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AgentSkills 替换手写核心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 Graph 上的 workflow DAG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 headless 输出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35140" y="1828800"/>
            <a:ext cx="18516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35140" y="1828800"/>
            <a:ext cx="18516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72300" y="2057400"/>
            <a:ext cx="157734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5452" y="2057400"/>
            <a:ext cx="1431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path: open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72300" y="2423160"/>
            <a:ext cx="1577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72300" y="2788920"/>
            <a:ext cx="15773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/compact 不收缩时会一直循环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 默认模型重试：等待看不见、不能取消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 config key 给出 did-you-mean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到这里，方向来源完成了从人到 darwin 的交接：人只留下权重、门槛和什么算“值得做”这几条规则。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3C3E0"/>
          </a:solidFill>
          <a:ln w="12700">
            <a:solidFill>
              <a:srgbClr val="33C3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33C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方向定了之后，每一轮怎么做好？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有了方向，还要让每一轮的执行越来越顺：弯路少一点、token 省一点、验收不被糊弄。这一层讲 darwin 怎么从自己的运行记录里找改进点，三周里踩过哪些坑、改了什么，以及是哪几件事让这个循环没有失控。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第七步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502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过程里的弯路没人看见，同样的错会一直犯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00584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darwin 读自己的运行轨迹，打分、找原因，把改进点写回 backlog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每个会话都有一份只追加的 trajectory.jsonl：用户输入、每次工具调用、模型返回、token、回合结束原因。它原本是给回放和导出用的，也正好是反思的材料。/self-reflection 起一个新的 headless darwin 读它，按模板写反思：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384048" cy="384048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给完成度打分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5840" y="27980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 / 高 / 中 / 低，各有明确定义。十次里有四次打了“低”。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384048" cy="384048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2095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 darwin 自己的问题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" y="34838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哪些弯路能靠改提示词、工具描述、上下文管理、agent 编排避免。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895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同一套评分和门槛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05840" y="41696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值得做的写进 backlog，交给 developer；重复的标记重复，不再入队。</a:t>
            </a:r>
            <a:endParaRPr lang="en-US" sz="1000" dirty="0"/>
          </a:p>
        </p:txBody>
      </p:sp>
      <p:pic>
        <p:nvPicPr>
          <p:cNvPr id="22" name="Image 0" descr="/home/ubuntu/workspace/strands-darwin/docs/blog/images/06-reflection-sc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4355" y="1600200"/>
            <a:ext cx="3424410" cy="228600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pic>
      <p:sp>
        <p:nvSpPr>
          <p:cNvPr id="23" name="Text 20"/>
          <p:cNvSpPr/>
          <p:nvPr/>
        </p:nvSpPr>
        <p:spPr>
          <a:xfrm>
            <a:off x="4846320" y="3977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第一次反思找出两条：流中断后一个 11 分钟的回合卡死等人输 continue；bash status 多传一个字段白花一次调用。SRF-003 证据不足被拒，理由写明，不靠改分硬过门槛。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3C3E0"/>
          </a:solidFill>
          <a:ln w="12700">
            <a:solidFill>
              <a:srgbClr val="33C3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到这里，循环就完整了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389888" cy="1554480"/>
          </a:xfrm>
          <a:prstGeom prst="rect">
            <a:avLst/>
          </a:prstGeom>
          <a:solidFill>
            <a:srgbClr val="1B2633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37360"/>
            <a:ext cx="457200" cy="457200"/>
          </a:xfrm>
          <a:prstGeom prst="ellipse">
            <a:avLst/>
          </a:prstGeom>
          <a:solidFill>
            <a:srgbClr val="33C3E0"/>
          </a:solidFill>
          <a:ln w="12700">
            <a:solidFill>
              <a:srgbClr val="33C3E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85166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2860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 / 反思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624328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产生方向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847088" y="2148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C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167128" y="1600200"/>
            <a:ext cx="1389888" cy="1554480"/>
          </a:xfrm>
          <a:prstGeom prst="rect">
            <a:avLst/>
          </a:prstGeom>
          <a:solidFill>
            <a:srgbClr val="1B2633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304288" y="1737360"/>
            <a:ext cx="457200" cy="457200"/>
          </a:xfrm>
          <a:prstGeom prst="ellipse">
            <a:avLst/>
          </a:prstGeom>
          <a:solidFill>
            <a:srgbClr val="33C3E0"/>
          </a:solidFill>
          <a:ln w="12700">
            <a:solidFill>
              <a:srgbClr val="33C3E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588" y="185166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04288" y="22860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评分过门槛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304288" y="2624328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 backlog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557016" y="2148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C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3877056" y="1600200"/>
            <a:ext cx="1389888" cy="1554480"/>
          </a:xfrm>
          <a:prstGeom prst="rect">
            <a:avLst/>
          </a:prstGeom>
          <a:solidFill>
            <a:srgbClr val="1B2633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014216" y="1737360"/>
            <a:ext cx="457200" cy="457200"/>
          </a:xfrm>
          <a:prstGeom prst="ellipse">
            <a:avLst/>
          </a:prstGeom>
          <a:solidFill>
            <a:srgbClr val="33C3E0"/>
          </a:solidFill>
          <a:ln w="12700">
            <a:solidFill>
              <a:srgbClr val="33C3E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16" y="185166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014216" y="22860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014216" y="2624328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 headless 子进程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266944" y="2148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C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586984" y="1600200"/>
            <a:ext cx="1389888" cy="1554480"/>
          </a:xfrm>
          <a:prstGeom prst="rect">
            <a:avLst/>
          </a:prstGeom>
          <a:solidFill>
            <a:srgbClr val="1B2633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724144" y="1737360"/>
            <a:ext cx="457200" cy="457200"/>
          </a:xfrm>
          <a:prstGeom prst="ellipse">
            <a:avLst/>
          </a:prstGeom>
          <a:solidFill>
            <a:srgbClr val="33C3E0"/>
          </a:solidFill>
          <a:ln w="12700">
            <a:solidFill>
              <a:srgbClr val="33C3E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444" y="1851660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724144" y="22860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独立验收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724144" y="2624328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自己看 diff、跑测试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976872" y="2148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C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7296912" y="1600200"/>
            <a:ext cx="1389888" cy="1554480"/>
          </a:xfrm>
          <a:prstGeom prst="rect">
            <a:avLst/>
          </a:prstGeom>
          <a:solidFill>
            <a:srgbClr val="1B2633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434072" y="173736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8372" y="1851660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34072" y="22860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pnpm build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434072" y="2624328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新版本接手下一轮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1152144" y="3429000"/>
            <a:ext cx="683971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dash"/>
            <a:headEnd type="triangle"/>
          </a:ln>
        </p:spPr>
      </p:sp>
      <p:sp>
        <p:nvSpPr>
          <p:cNvPr id="34" name="Text 27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新版本回到起点，继续研究下一个方向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人保留的：给方向、产品取舍、安全边界、授权 push。其余的，darwin 自己跑。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第二层 · 踩坑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最先碰到的问题：token 烧得太快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9568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次模型调用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280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29.6</a:t>
            </a:r>
            <a:pPr algn="l" indent="0" marL="0">
              <a:buNone/>
            </a:pPr>
            <a:r>
              <a:rPr lang="en-US" sz="190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万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60320" y="19568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 token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280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3.98</a:t>
            </a:r>
            <a:pPr algn="l" indent="0" marL="0">
              <a:buNone/>
            </a:pPr>
            <a:r>
              <a:rPr lang="en-US" sz="190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亿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63440" y="19568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 read token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1280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766560" y="19568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每次调用平均只发的工具数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5146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月 17 日统计的一个批次。同一个子会话从 planning 续到第四轮修正，每次调用读取的缓存上下文从 23 万涨到 79 万；最后一轮只产出 3111 个 output token，却读了 1740 万缓存。Planning 阶段单独占 37% 的 output。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改法 · 流程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不再拆 planning child 和 implementation child 各审一次；一个完整 worker 自己走完研究、实现、检查、提交，Host 只在最后独立验收。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改法 · 提示词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互不依赖的读取、搜索、检查在同一条消息里批量发出。现在一个方向典型花费 1–16 美元、12–170 次调用。</a:t>
            </a:r>
            <a:endParaRPr lang="en-US" sz="1050" dirty="0"/>
          </a:p>
        </p:txBody>
      </p:sp>
      <p:pic>
        <p:nvPicPr>
          <p:cNvPr id="16" name="Image 0" descr="/home/ubuntu/workspace/strands-darwin/docs/blog/images/05-context-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2515838"/>
            <a:ext cx="3383280" cy="1689163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pic>
      <p:sp>
        <p:nvSpPr>
          <p:cNvPr id="17" name="Text 14"/>
          <p:cNvSpPr/>
          <p:nvPr/>
        </p:nvSpPr>
        <p:spPr>
          <a:xfrm>
            <a:off x="5303520" y="4251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后期的修正本身不贵，贵的是它们一直带着前面所有的历史。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第二层 · 踩坑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另外四个教训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005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420624" cy="420624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1613916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508760"/>
            <a:ext cx="3086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监督子进程比子进程干活还贵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1874520"/>
            <a:ext cx="3086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一个批次 390 次工具调用，322 次是 Host 在轮询两个子进程的 status 和 output，每醒一次都是一轮带全上下文的模型调用。先改成阻塞式 wait，最长能等 30 分钟；最后反过来：后台任务 start 后立即返回，Host 可以结束回合，任务结束时一条 &lt;task-notification&gt; 进入提示队列，会话空闲时唤醒模型。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86300" y="1325880"/>
            <a:ext cx="40005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69180" y="1508760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613916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17820" y="1508760"/>
            <a:ext cx="3086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反思要敢打低分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17820" y="1874520"/>
            <a:ext cx="3086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十次里四次“低”：结论形成了没发出去、轨迹定位不匹配、最后一个回合没闭合。未闭合那条变成了 SRF-012：反思只对已闭合的回合打分。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57200" y="3017520"/>
            <a:ext cx="40005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200400"/>
            <a:ext cx="420624" cy="420624"/>
          </a:xfrm>
          <a:prstGeom prst="ellipse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3305556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3200400"/>
            <a:ext cx="3086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同一个错，不换假设就别再试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88720" y="3566160"/>
            <a:ext cx="3086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一次服务端校验失败，darwin 换着参数连试了六种变体，12 分钟、1.1 万 output token，直到被人取消。反思提出 SRF-016 重试守卫：同一失败签名第二次要说出有证据的新假设，第三次停下汇报，第四次直接拒绝执行。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86300" y="3017520"/>
            <a:ext cx="40005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69180" y="3200400"/>
            <a:ext cx="420624" cy="420624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305556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17820" y="3200400"/>
            <a:ext cx="3086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流程框架也会变成拖累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17820" y="3566160"/>
            <a:ext cx="3086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Trellis 前三周有用；切到 Claude Fable 5.1 后，模型自己会读 AGENTS.md、跑 spike 再改代码，Trellis 成了第二本规则手册。9 月 4 日整层移除，只留下那句原则。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第二层 · 机制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为什么能一直跑下去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63040"/>
            <a:ext cx="402336" cy="402336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563624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14447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该记的东西都写进文件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70432" y="1810512"/>
            <a:ext cx="3154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每个会话从零开始，上一代只能靠文件传给下一代。AGENTS.md 预载进系统提示，一张表列着哪些约束不能破坏、代码在哪、用哪个脚本验证（32 KB 上限）。每批必须往 iteration-log 追加一条。“Specs injected, not remembered.”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40233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463040"/>
            <a:ext cx="402336" cy="402336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563624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76672" y="14447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测试不用 mock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376672" y="1810512"/>
            <a:ext cx="3154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spike/ 下一百三十来个脚本：真实 pty 驱动 TUI、真的 git 仓库、直接调模型。pnpm test 跑其中 100 个免模型套件。子进程说“测试过了”，Host 用同一条命令得到同一个答案。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57200" y="2944368"/>
            <a:ext cx="40233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127248"/>
            <a:ext cx="402336" cy="402336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227832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70432" y="3108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提前说好哪些事归人管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70432" y="3474720"/>
            <a:ext cx="3154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产品取舍、安全边界、授权是人的。工作树不干净、起点无法验证、验收反复失败、前提被证伪——整批停下并记录原因。darwin 在没人在场时知道该停在哪。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63440" y="2944368"/>
            <a:ext cx="4023360" cy="1481328"/>
          </a:xfrm>
          <a:prstGeom prst="rect">
            <a:avLst/>
          </a:prstGeom>
          <a:solidFill>
            <a:srgbClr val="0F1720"/>
          </a:solidFill>
          <a:ln w="9525">
            <a:solidFill>
              <a:srgbClr val="0F17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0" y="3127248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227832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76672" y="3108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每一轮都用刚改出来的 darwin 做下一轮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376672" y="3474720"/>
            <a:ext cx="3154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验收通过、提交后立刻 build，下一个方向就由新 darwin 来做。改动一提交就进入实际工作：改得好下一轮顺一些，改坏了下一轮就会撞上它。每次改进的结果，反过来决定下一次改进的质量。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现在的样子 · 2026-08-13 → 09-06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三个星期之后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590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35608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039112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6600" y="1325880"/>
            <a:ext cx="2590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59480" y="1435608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59480" y="2039112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受监督的迭代批次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96000" y="1325880"/>
            <a:ext cx="2590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78880" y="1435608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78880" y="2039112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backlog 方向 · 93 done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2590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807208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~37,000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0080" y="3410712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 TypeScript（src/）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76600" y="2697480"/>
            <a:ext cx="2590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59480" y="2807208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~130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459480" y="3410712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spike 脚本 · 100 个进 pnpm test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96000" y="2697480"/>
            <a:ext cx="2590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78880" y="2807208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/ 10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278880" y="3410712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研究报告 / 反思报告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基线之后的实现代码都是 darwin 写的。功能：流式 Markdown 和文件 diff、四种权限模式、可恢复会话和轨迹回放、subagent 和 workflow DAG、hook 和 MCP、headless 结构化输出、多模型切换、agent 管理的项目记忆，以及三个自进化 skill。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SDK 压测结果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Strands SDK：用到了什么，补了什么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runtime.ts 是唯一构造 Agent 的地方，只做装配；agent 循环一次都没有 fork 过。不够的地方集中在自带工具和插件的细节，用一个 pnpm patch 补齐。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4805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4480560" cy="73152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38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原生用上的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226771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25880" y="226771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BedrockModel / AnthropicModel / OpenAIModel（Mantle）；Model.updateConfig() 会话中途换 effort 和模型；CachePointBlock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325880" y="269748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bash、fileEditor、httpRequest 直接注册；McpClient（stdio + Streamable HTTP）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312724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325880" y="312724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SummarizingConversationManager 做 /compact；ContextOffloader 默认开；SessionManager + LocalFileStorage；checkpoint 做 /rewind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0080" y="3557016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325880" y="355701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InterventionHandler 做权限门；模型、工具、调用三类 hook；InvokeModelStage 中间件 + ExponentialBackoff 做限流重试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398678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25880" y="398678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默认并发执行器跑 subagent；Graph 跑 workflow DAG；backgroundTasks 做后台委派；官方 AgentSkills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20640" y="1783080"/>
            <a:ext cx="35661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20640" y="1783080"/>
            <a:ext cx="35661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patch 补的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03520" y="1938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个 patch · 15 个文件 · 约 950 行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03520" y="22402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bash ~400 行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03520" y="24414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stdin 接 /dev/null，交互提示直接 EOF；按进程组杀；后台任务增量 wait，终端聚焦等待最长 30 分钟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03520" y="27523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ContextOffloader ~300 行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03520" y="29535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excludeTools 让 load_skill 永不卸载；卸载的 JSON 可按行搜索切片；恢复旧会话时修复超大历史结果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303520" y="32644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fileEditor ~180 行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03520" y="34655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str_replace 未命中返回有限上下文，零写入；新增 replace_all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303520" y="3776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小补丁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03520" y="39776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包根导出 DEFAULT_SUMMARIZATION_PROMPT；摘要过滤 thinking 推理块；OpenAI 适配器补 cache_write_tokens、溢出识别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44988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补丁都是 darwin 在自我迭代中撞到问题后自己写的。补的是边角，agent 循环、会话、压缩、编排这些主干没有动过。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DeepSWE 前 20 题 · 2026-09-05 / 09-08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 Claude Code 跑同一批题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同一个模型（Bedrock 上的 Claude Opus 5）、同一批任务，只换 agent：darwin 是 commit 2240a3c，Claude Code 是 2.1.261。9 月 8 日两个 harness 各自把 effort 从 high 降到 medium 再跑一轮，其余不变。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977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37360"/>
            <a:ext cx="73152" cy="77724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830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darwin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19933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12/20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high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→   </a:t>
            </a:r>
            <a:pPr indent="0" marL="0">
              <a:buNone/>
            </a:pPr>
            <a:r>
              <a:rPr lang="en-US" sz="24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13/20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medium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709160" y="1737360"/>
            <a:ext cx="3977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737360"/>
            <a:ext cx="73152" cy="77724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7830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83480" y="19933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12/20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high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→   </a:t>
            </a:r>
            <a:pPr indent="0" marL="0">
              <a:buNone/>
            </a:pPr>
            <a:r>
              <a:rPr lang="en-US" sz="2400" b="1" dirty="0">
                <a:solidFill>
                  <a:srgbClr val="0F17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13/20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medium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00200"/>
                <a:gridCol w="1600200"/>
                <a:gridCol w="1600200"/>
                <a:gridCol w="1600200"/>
              </a:tblGrid>
              <a:tr h="21945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darwin high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darwin medium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Code high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Code medium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$138.92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$83.97（−40%）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$149.29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$94.42（−37%）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input token · 缓存命中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168.5 M · 98%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99 M · 98%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176.5 M · 98%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113 M · 98%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output token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1477 K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903 K（−39%）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1471 K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966 K（−34%）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单题耗时 · 中位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11–33 min · 18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5–31 min · 11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8–45 min · 18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6–23 min · 12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393192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high：18 题结果一致。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分歧两题方向相反：darwin 过了 abs-stepped-slices，Claude Code 过了 bandit-structured-nosec-directives。两边都没过的 7 题是当前模型的能力边界。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pass@1 单次采样；字典序前 20 题，不是随机抽样；分歧分不清是 harness 差异还是噪声。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09160" y="393192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medium：省钱站得住，涨分不站。</a:t>
            </a:r>
            <a:pPr indent="0" marL="0">
              <a:buNone/>
            </a:pPr>
            <a:r>
              <a:rPr lang="en-US" sz="9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成本各降 40% / 37%，在两个互不相关的 harness 上复现。+1 分是噪声：Claude Code 翻转 7 题、darwin 翻转 3 题，同配置两跑的基线就翻 6 题。medium 下换 harness 仍是 13 vs 13。high 比 medium 多花约 1.6 倍，没买到可测量的分数。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RSI · Auto Research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两个容易混在一起的词，和一套对照坐标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59080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2590800" cy="73152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08760"/>
            <a:ext cx="2261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RSI 递归自我改进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828800"/>
            <a:ext cx="2261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1965 · Yudkowsky 2008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" y="2148840"/>
            <a:ext cx="22616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系统改进自己，改进后的系统做出更好的改进，如此递归。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今天的形态：模型改自己的权重，或改训练流水线和部署系统，得到更强的下一代。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Weng 2026-07：近期可行的路从 harness 开始，不从权重开始。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76600" y="1325880"/>
            <a:ext cx="259080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6600" y="1325880"/>
            <a:ext cx="25908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1192" y="1508760"/>
            <a:ext cx="2261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autoresearch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41192" y="1828800"/>
            <a:ext cx="2261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Karpathy · 2026-03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41192" y="2148840"/>
            <a:ext cx="22616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只能改一个训练脚本 train.py；每次训练固定 5 分钟，指标 val_bpb。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好了保留、差了回滚，一晚上约一百次实验。人不碰 Python，只改 program.md。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Weng 拿它当“工作流自动化”模式最干净的例子。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96000" y="1325880"/>
            <a:ext cx="259080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96000" y="1325880"/>
            <a:ext cx="2590800" cy="73152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0592" y="1508760"/>
            <a:ext cx="2261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Darwin Gödel Machine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0592" y="1828800"/>
            <a:ext cx="2261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Sakana AI · UBC · 2025-05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60592" y="2148840"/>
            <a:ext cx="22616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把“证明”换成“用 benchmark 实证”：档案库里采样一个 agent，让模型改出新版本，跑 SWE-bench，好的进库。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SWE-bench 20.0% → 50.0%，Polyglot 14.2% → 30.7%。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“达尔文”指档案库 + 选择：有种群、有分支。和本项目撞名，机制不同。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对照坐标来自 Lilian Weng《Harness Engineering for Self-Improvement》（2026-07）。三个 harness 设计模式：工作流自动化、文件系统作为持久记忆、子 agent 和后台任务。优化对象的渐进线：提示词 → 结构化上下文 → 工作流 → harness 代码 → 优化器代码。自改进回路的参照：Self-Harness 的 propose–evaluate–accept，AHE 的七个可编辑组件和三层可观测性。下一页按这套坐标放 darwin。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RSI · Auto Research · 对照 · harness 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darwin 落在哪里：有界自我改进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417320"/>
                <a:gridCol w="1737360"/>
                <a:gridCol w="1463040"/>
                <a:gridCol w="24688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autoresearch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Self-Harness / AHE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DGM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darwin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改的对象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一个训练脚本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harness 的七个组件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自己的代码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自己的代码库：七个组件都动过，含优化器 skill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弱点从哪来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固定目标下提假设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多条轨迹聚类失败模式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benchmark 失败日志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骰子 + 同类研究 + 单会话轨迹反思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一个标量 val_bpb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留内 + 留外回归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benchmark 分数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typecheck + 130 真实测试 + Host 看 diff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验证器位置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回路外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回路外，只读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沙箱 + 监督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回路内，同一仓库；人工门控兜底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搜索结构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单谱系爬山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 harness 逐轮合并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档案库、多父代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单谱系 git main，种群 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回路闭合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一晚上全闭合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全自动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闭合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人在边界：产品取舍、授权、停止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384048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模型固定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" y="4078224"/>
            <a:ext cx="243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RSI 是智能改进智能；darwin 改的是模型外面那层 harness。DeepSWE 对照：换 harness 分数没超出噪声，上限就是模型的上限。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61360" y="3840480"/>
            <a:ext cx="54864" cy="77724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25952" y="384048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验证器在回路内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25952" y="4078224"/>
            <a:ext cx="243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AHE 把 verifier 和模型配置设成只读；darwin 的测试和权限门在同一仓库里，靠 Host 重跑、人审 diff 兜住，没有从结构上解决。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065520" y="3840480"/>
            <a:ext cx="54864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30112" y="384048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没有种群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30112" y="4078224"/>
            <a:ext cx="243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DGM 有档案库和多父代；darwin 每个验收通过的 commit 是唯一父代。多样性靠骰子补，负面结果靠低分和被拒方向留下。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未来方向 · 提案草稿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下一步：给好坏一个数字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908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260908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63040"/>
            <a:ext cx="2279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现在缺什么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828800"/>
            <a:ext cx="22799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backlog 的 Score 五个维度都是 1–5 的主观评级。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验收标准是“没有回归”，不是“darwin 变强了”。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反思只看自己的一次会话：评价者和被评价者是同一个系统。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名字叫 darwin，却没有一个外部的、可复现的、量化的 fitness function。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7456" y="1280160"/>
            <a:ext cx="260908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7456" y="1280160"/>
            <a:ext cx="2609088" cy="73152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32048" y="1463040"/>
            <a:ext cx="2279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Harbor 补上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32048" y="1828800"/>
            <a:ext cx="22799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每个候选 commit 在固定模型、任务子集、参数下跑 Harbor，和 baseline 比 pass@1、成本、时长。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快速层：5–8 题 smoke，触及 agent 核心的 commit 验收时跑。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慢速层：Terminal-Bench 2.0 全部 89 题 + DeepSWE 全部 113 题，每次 release 刷新基线。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 skill 加一条 bench 路径：从 reward = 0 的 trial 里挖 darwin 侧的缺陷。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77712" y="1280160"/>
            <a:ext cx="260908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7712" y="1280160"/>
            <a:ext cx="2609088" cy="73152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2304" y="1463040"/>
            <a:ext cx="2279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正好对上前一页的三个缺口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2304" y="1828800"/>
            <a:ext cx="22799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留外集：一个 hold-out 子集永远不进 smoke。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验证器在回路外：verifier 跑在独立容器里；任务内容和解法不进 skills、memory、AGENTS.md。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标量信号：对 baseline 的差值，Evidence confidence 第一次有数字撑着。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底线：只有同一模型、同一参数、不同 darwin commit 的差值才算 darwin 的信号。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67328"/>
            <a:ext cx="1280160" cy="384048"/>
          </a:xfrm>
          <a:prstGeom prst="rect">
            <a:avLst/>
          </a:prstGeom>
          <a:solidFill>
            <a:srgbClr val="0F1720"/>
          </a:solidFill>
          <a:ln w="9525">
            <a:solidFill>
              <a:srgbClr val="0F17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67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C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submodule + 文档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47088" y="3767328"/>
            <a:ext cx="12801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38528" y="3767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</a:t>
            </a:r>
            <a:pPr indent="0" marL="0">
              <a:buNone/>
            </a:pPr>
            <a:r>
              <a:rPr lang="en-US" sz="8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 1 + 1 题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36976" y="3767328"/>
            <a:ext cx="12801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3767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</a:t>
            </a:r>
            <a:pPr indent="0" marL="0">
              <a:buNone/>
            </a:pPr>
            <a:r>
              <a:rPr lang="en-US" sz="8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 n = 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26864" y="3767328"/>
            <a:ext cx="12801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3767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</a:t>
            </a:r>
            <a:pPr indent="0" marL="0">
              <a:buNone/>
            </a:pPr>
            <a:r>
              <a:rPr lang="en-US" sz="8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developer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16752" y="3767328"/>
            <a:ext cx="12801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3767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</a:t>
            </a:r>
            <a:pPr indent="0" marL="0">
              <a:buNone/>
            </a:pPr>
            <a:r>
              <a:rPr lang="en-US" sz="8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 → 基线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406640" y="3767328"/>
            <a:ext cx="12801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3767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</a:t>
            </a:r>
            <a:pPr indent="0" marL="0">
              <a:buNone/>
            </a:pPr>
            <a:r>
              <a:rPr lang="en-US" sz="8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轨迹反哺 fork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2611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已到阶段 0：external/harbor submodule，darwin adapter 在 fork 里，方案在 docs/architecture/harbor-benchmark-rsi.md。风险：全量 DeepSWE 一次可能上百美元、数小时；单题 pass 在 run 间波动，小子集只看趋势和严重回归；Goodhart 靠 hold-out 和“任务内容不进记忆”来防。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3C3E0"/>
          </a:solidFill>
          <a:ln w="12700">
            <a:solidFill>
              <a:srgbClr val="33C3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能不能叫“自进化”？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我倾向于保守一点。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1600200"/>
          </a:xfrm>
          <a:prstGeom prst="rect">
            <a:avLst/>
          </a:prstGeom>
          <a:solidFill>
            <a:srgbClr val="1B2633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1600200"/>
          </a:xfrm>
          <a:prstGeom prst="rect">
            <a:avLst/>
          </a:prstGeom>
          <a:solidFill>
            <a:srgbClr val="33C3E0"/>
          </a:solidFill>
          <a:ln w="12700">
            <a:solidFill>
              <a:srgbClr val="33C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64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C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它能做到的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在明确的边界内自己找方向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自己实现、自己验收、自己记录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把学到的东西传给下一代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用新版本立刻验证上一版的改动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4023360" cy="1600200"/>
          </a:xfrm>
          <a:prstGeom prst="rect">
            <a:avLst/>
          </a:prstGeom>
          <a:solidFill>
            <a:srgbClr val="1B2633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554480"/>
            <a:ext cx="73152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664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仍然是人的判断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方向的质量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边界的位置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产品取舍与安全授权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这个实验至少说明：在三万多行的仓库、三个星期的尺度上，这些判断之外的活是可以交出去的。三周多体验下来，大概有 10%–20% 的方向还是要我明确指引；等它自己探索，也许也能走到我想要的地方，但要花更长的时间和更多的成本。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3858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想自己接着迭代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3840480"/>
            <a:ext cx="4206240" cy="310896"/>
          </a:xfrm>
          <a:prstGeom prst="roundRect">
            <a:avLst>
              <a:gd name="adj" fmla="val 17647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384048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 这个 repo，然后  /self-evolution-research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想直接用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4206240"/>
            <a:ext cx="4206240" cy="310896"/>
          </a:xfrm>
          <a:prstGeom prst="roundRect">
            <a:avLst>
              <a:gd name="adj" fmla="val 17647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420624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strands-darwin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45152"/>
            <a:ext cx="237744" cy="23774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86384" y="4617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github.com/xiehust/strands-darwin  ·  代码、迭代日志、研究报告、反思报告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 Evolution Development —— 自进化迭代开发的实验</dc:title>
  <dc:subject>PptxGenJS Presentation</dc:subject>
  <dc:creator>darwin</dc:creator>
  <cp:lastModifiedBy>darwin</cp:lastModifiedBy>
  <cp:revision>1</cp:revision>
  <dcterms:created xsi:type="dcterms:W3CDTF">2026-09-08T05:38:11Z</dcterms:created>
  <dcterms:modified xsi:type="dcterms:W3CDTF">2026-09-08T05:38:11Z</dcterms:modified>
</cp:coreProperties>
</file>